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9c4d532d2143ea" /><Relationship Type="http://schemas.openxmlformats.org/officeDocument/2006/relationships/extended-properties" Target="/docProps/app.xml" Id="R857eead6a4f14d16" /><Relationship Type="http://schemas.openxmlformats.org/officeDocument/2006/relationships/officeDocument" Target="/ppt/presentation.xml" Id="Rfbb74ca6ca6048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6b9e751ede44ee"/>
  </p:sldMasterIdLst>
  <p:notesMasterIdLst>
    <p:notesMasterId xmlns:r="http://schemas.openxmlformats.org/officeDocument/2006/relationships" r:id="Ra84720b350a048f8"/>
  </p:notesMasterIdLst>
  <p:sldIdLst>
    <p:sldId xmlns:r="http://schemas.openxmlformats.org/officeDocument/2006/relationships" id="256" r:id="R95bba36847b0410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ad06754716453e" /><Relationship Type="http://schemas.openxmlformats.org/officeDocument/2006/relationships/slideMaster" Target="/ppt/slideMasters/slideMaster1.xml" Id="R516b9e751ede44ee" /><Relationship Type="http://schemas.openxmlformats.org/officeDocument/2006/relationships/notesMaster" Target="/ppt/notesMasters/notesMaster1.xml" Id="Ra84720b350a048f8" /><Relationship Type="http://schemas.openxmlformats.org/officeDocument/2006/relationships/presProps" Target="/ppt/presProps.xml" Id="Rf4e0dcc1b1784d63" /><Relationship Type="http://schemas.openxmlformats.org/officeDocument/2006/relationships/tableStyles" Target="/ppt/tableStyles.xml" Id="R881602b8db8c45e1" /><Relationship Type="http://schemas.openxmlformats.org/officeDocument/2006/relationships/slide" Target="/ppt/slides/slide1.xml" Id="R95bba36847b041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e71e1a8e6b4b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a043c22990479e" /><Relationship Type="http://schemas.openxmlformats.org/officeDocument/2006/relationships/notesMaster" Target="/ppt/notesMasters/notesMaster1.xml" Id="Rb0964a4be81640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讲法：先指出 absolute fit 不能识别用户特异性；再讲 Ua/Ub crossover；最后逐项解释四重成立门。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DeepAlign-Bench v0.30 proposal and metric-binding schema (project sources, 2026-08-08).</a:t>
            </a:r>
          </a:p>
          <a:p xmlns:a="http://schemas.openxmlformats.org/drawingml/2006/main">
            <a:r>
              <a:t>Towards Personalized Deep Research: Benchmarks and Evaluations — https://arxiv.org/abs/2509.25106</a:t>
            </a:r>
          </a:p>
          <a:p xmlns:a="http://schemas.openxmlformats.org/drawingml/2006/main">
            <a:r>
              <a:t>Language Models Don't Know What You Want: Evaluating Personalization in Deep Research Needs Real Users — https://aclanthology.org/2026.acl-long.723/</a:t>
            </a:r>
          </a:p>
          <a:p xmlns:a="http://schemas.openxmlformats.org/drawingml/2006/main">
            <a:r>
              <a:t>Preference-Aware Rubric Learning for Personalized Evaluation — https://arxiv.org/abs/2605.31545</a:t>
            </a:r>
          </a:p>
          <a:p xmlns:a="http://schemas.openxmlformats.org/drawingml/2006/main">
            <a:r>
              <a:t>v0.32 讲法：Phase A 只确认报告处理成立；Phase B 把报告作为处理，主测真实用户 decision regret。若 CFA 高而 DDE≈0，说明 artifact-fit 不是充分代理。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figure — proposal_assets/DeepAlign-Bench_主图.png</a:t>
            </a:r>
          </a:p>
          <a:p xmlns:a="http://schemas.openxmlformats.org/drawingml/2006/main">
            <a:r>
              <a:t>Literature map — proposal/DeepAlign-Bench_相关论文全景与方向收敛.md</a:t>
            </a:r>
          </a:p>
          <a:p xmlns:a="http://schemas.openxmlformats.org/drawingml/2006/main">
            <a:r>
              <a:t>Formal methods — proposal/DeepAlign-Bench_研究Proposal.md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b36672173f4d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e9304800184e74" /><Relationship Type="http://schemas.openxmlformats.org/officeDocument/2006/relationships/slideLayout" Target="/ppt/slideLayouts/slideLayout1.xml" Id="Rfe48124fec584e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48124fec584e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2c6efd7674747" /><Relationship Type="http://schemas.openxmlformats.org/officeDocument/2006/relationships/image" Target="/ppt/media/image.png" Id="Rb6509956d4824fc9" /><Relationship Type="http://schemas.openxmlformats.org/officeDocument/2006/relationships/notesSlide" Target="/ppt/notesSlides/notesSlide1.xml" Id="R12f8ddcc861540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09956d4824fc9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15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2026-08-08T18:53:14.6730000Z</dcterms:created>
  <dcterms:modified xsi:type="dcterms:W3CDTF">2026-08-08T18:53:14.6730000Z</dcterms:modified>
</coreProperties>
</file>