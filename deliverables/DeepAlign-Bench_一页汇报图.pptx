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c154792b4f4ad6" /><Relationship Type="http://schemas.openxmlformats.org/officeDocument/2006/relationships/extended-properties" Target="/docProps/app.xml" Id="R41d77fe4292a40ad" /><Relationship Type="http://schemas.openxmlformats.org/officeDocument/2006/relationships/officeDocument" Target="/ppt/presentation.xml" Id="R44e97a93caac4b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e46704147a4cd5"/>
  </p:sldMasterIdLst>
  <p:notesMasterIdLst>
    <p:notesMasterId xmlns:r="http://schemas.openxmlformats.org/officeDocument/2006/relationships" r:id="R4b95c24a10fc481f"/>
  </p:notesMasterIdLst>
  <p:sldIdLst>
    <p:sldId xmlns:r="http://schemas.openxmlformats.org/officeDocument/2006/relationships" id="256" r:id="Re207ce85ead9483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4ce0490dfb441b" /><Relationship Type="http://schemas.openxmlformats.org/officeDocument/2006/relationships/slideMaster" Target="/ppt/slideMasters/slideMaster1.xml" Id="R97e46704147a4cd5" /><Relationship Type="http://schemas.openxmlformats.org/officeDocument/2006/relationships/notesMaster" Target="/ppt/notesMasters/notesMaster1.xml" Id="R4b95c24a10fc481f" /><Relationship Type="http://schemas.openxmlformats.org/officeDocument/2006/relationships/presProps" Target="/ppt/presProps.xml" Id="R5d9f9a26a8d246d7" /><Relationship Type="http://schemas.openxmlformats.org/officeDocument/2006/relationships/tableStyles" Target="/ppt/tableStyles.xml" Id="R9029f08dd5034c57" /><Relationship Type="http://schemas.openxmlformats.org/officeDocument/2006/relationships/slide" Target="/ppt/slides/slide1.xml" Id="Re207ce85ead9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7cf264801a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52e4a46024423" /><Relationship Type="http://schemas.openxmlformats.org/officeDocument/2006/relationships/notesMaster" Target="/ppt/notesMasters/notesMaster1.xml" Id="R9121b058c93a40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讲法：先指出 absolute fit 不能识别用户特异性；再讲 Ua/Ub crossover；最后逐项解释四重成立门。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DeepAlign-Bench v0.30 proposal and metric-binding schema (project sources, 2026-08-08).</a:t>
            </a:r>
          </a:p>
          <a:p xmlns:a="http://schemas.openxmlformats.org/drawingml/2006/main">
            <a:r>
              <a:t>Towards Personalized Deep Research: Benchmarks and Evaluations — https://arxiv.org/abs/2509.25106</a:t>
            </a:r>
          </a:p>
          <a:p xmlns:a="http://schemas.openxmlformats.org/drawingml/2006/main">
            <a:r>
              <a:t>Language Models Don't Know What You Want: Evaluating Personalization in Deep Research Needs Real Users — https://aclanthology.org/2026.acl-long.723/</a:t>
            </a:r>
          </a:p>
          <a:p xmlns:a="http://schemas.openxmlformats.org/drawingml/2006/main">
            <a:r>
              <a:t>Preference-Aware Rubric Learning for Personalized Evaluation — https://arxiv.org/abs/2605.31545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71db1b3ed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3e6e48ee0f4dfb" /><Relationship Type="http://schemas.openxmlformats.org/officeDocument/2006/relationships/slideLayout" Target="/ppt/slideLayouts/slideLayout1.xml" Id="R4c163aea6a094d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63aea6a094d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60a5ff11f4a53" /><Relationship Type="http://schemas.openxmlformats.org/officeDocument/2006/relationships/image" Target="/ppt/media/image.png" Id="Rccb931feedaa4598" /><Relationship Type="http://schemas.openxmlformats.org/officeDocument/2006/relationships/notesSlide" Target="/ppt/notesSlides/notesSlide1.xml" Id="R08ee6aa6c1c74c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931feedaa459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15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2026-08-08T10:45:35.6380000Z</dcterms:created>
  <dcterms:modified xsi:type="dcterms:W3CDTF">2026-08-08T10:45:35.6390000Z</dcterms:modified>
</coreProperties>
</file>